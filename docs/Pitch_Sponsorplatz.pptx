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E07A5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4F1E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411480"/>
            <a:ext cx="384048" cy="384048"/>
          </a:xfrm>
          <a:prstGeom prst="ellipse">
            <a:avLst/>
          </a:prstGeom>
          <a:ln w="28575">
            <a:solidFill>
              <a:srgbClr val="ECE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411480"/>
            <a:ext cx="384048" cy="384048"/>
          </a:xfrm>
          <a:prstGeom prst="ellipse">
            <a:avLst/>
          </a:prstGeom>
          <a:ln w="28575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SPONSORPLATZ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Vereine und Marken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zueinander finden.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Sponsoring für Sport und Gesundheit · Schweiz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· Bewegung · Reha · Mental Health · Ernährung · Prävention · Selbsthilfe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 · Mai 2026 · Fabian Aschwanden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Welten, die sich nicht finden.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931920" cy="73152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100'000 Vereine in der Schweiz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Excel-Listen statt CRM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Pitch-Decks jedes Jahr neu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Versenden an dutzende Adressen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Verträge verlängern? Wer denkt daran?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82880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28800"/>
            <a:ext cx="3931920" cy="73152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Marken mit Health-Bezug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Krankenkassen, Apotheken, Lebensmittel, Fitness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 Plattformen mischen alle Themen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 zu beurteilen: passt der Verein zur Marke?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Streuverlust statt klare Wirkung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kämpfen mit demselben Markt — und finden sich trotzdem nur zufällig.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Kuratierter Health-Marktplatz mit CRM inklusive.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463040" cy="14630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60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0" y="210312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69080" y="2240280"/>
            <a:ext cx="310896" cy="310896"/>
          </a:xfrm>
          <a:prstGeom prst="ellipse">
            <a:avLst/>
          </a:prstGeom>
          <a:ln w="254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61104" y="2240280"/>
            <a:ext cx="310896" cy="310896"/>
          </a:xfrm>
          <a:prstGeom prst="ellipse">
            <a:avLst/>
          </a:prstGeom>
          <a:ln w="25400">
            <a:solidFill>
              <a:srgbClr val="E07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SPONSORPLATZ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29077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Marktplatz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CRM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Pakete-Builder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Word/Excel/Mail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40880" y="2194560"/>
            <a:ext cx="1463040" cy="14630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56032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103120" y="2926080"/>
            <a:ext cx="548640" cy="0"/>
          </a:xfrm>
          <a:prstGeom prst="line">
            <a:avLst/>
          </a:prstGeom>
          <a:noFill/>
          <a:ln w="31750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2926080"/>
            <a:ext cx="54864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E3A5F">
              <a:alpha val="9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bekommen sofort Mehrwert (CRM + Tools). Sponsoren finden gefilterte Projekte. Beide gewinnen.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funktioniert's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Schritte vom Verein bis zum Sponsoring.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240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pflegen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Sponsoren-CRM, Excel-Import, Word-Serienbrief, Datenbereinigung gegen Zefix — alles inklusive.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182880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94760" y="214884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2402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Pakete schnüren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anlegen, Pakete strukturieren (Gold/Silber/Bronze), Pitch-Deck hochladen, veröffentlichen.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82880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20840" y="214884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2402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anfragen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67512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findet das Projekt im Marktplatz, sendet Anfrage — bei Annahme entsteht die Beteiligung automatisch.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auf einer Plattform — keine Tool-Wechsel, keine Excel-Exporte zwischen Schritten.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Marktlücke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Niemand kuratiert Sport und Gesundheit zusammen.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188720"/>
                <a:gridCol w="822960"/>
                <a:gridCol w="82296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Marktplatz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Health-Fokus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fundoo / lokalhelden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Sponsoo (DE)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Sponsorplatz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 Sport &amp; Gesundheit. Breit von Mental Health bis Reha. Kein Streuverlust für Health-Marken.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vorhanden  ·  ◐ teilweise  ·  — nicht vorhanden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Health-Markt Schweiz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Fokussierter Markt — und wir starten nicht bei Null.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30'000+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 &amp; Health-Vereine in der 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8288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71500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Health-Branchen abgedeckt (strikt)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~CHF 700 M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155448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Sport-Sponsoring-Markt CH p.a.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32918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C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576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150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571500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3.4, OCI Cloud, OIDC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BFS Vereinslandschaft, Swiss Olympic, eigene Schätzung Sport-Sponsoring-Volumen CH. Codebasis: produktive Sponsoring-App SCA als Fundament.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Modell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14 Wochen zum MVP. Freemium plus Provision.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5179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1517904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Org-Modell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03704" y="1920240"/>
            <a:ext cx="15179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1920240"/>
            <a:ext cx="1517904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21031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9424" y="24231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9424" y="2880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13048" y="1920240"/>
            <a:ext cx="15179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3048" y="1920240"/>
            <a:ext cx="1517904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858768" y="21031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58768" y="24231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Pakete &amp; Medien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58768" y="2880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22392" y="1920240"/>
            <a:ext cx="15179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2392" y="1920240"/>
            <a:ext cx="151790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468112" y="21031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68112" y="24231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Marktplatz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2880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31736" y="1920240"/>
            <a:ext cx="15179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31736" y="1920240"/>
            <a:ext cx="1517904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077456" y="210312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7456" y="24231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Anfragen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77456" y="28803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2C7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MVP fertig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1148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kostenlos im MVP.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Erfolgsabhängige Provision (5–10 %) auf vermittelte Sponsorings ab Phase 5.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Sponsoren immer kostenlos.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07A5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Dinge, die jetzt zählen.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659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013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Pilot-Vereine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00200" y="21671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Vereine, die Sponsorplatz vor Public-Launch testen — kostenlos, mit persönlichem Onboarding.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777240" cy="7772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700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Verbands-Gespräche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00200" y="30358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Kontakte zu Sportverbänden und Kantonal-Organisationen als Multiplikator.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777240" cy="7772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033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538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zum Konzept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00200" y="3904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Rückmeldungen zur offenen Datenbasis und zur Positionierung — 30 Minuten genügen.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526280"/>
            <a:ext cx="8046720" cy="4114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Aschwanden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fabian.aschwanden@gmail.com  ·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sponsorplatz.ch (in Arbeit)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Sponsorplatz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Sponsorplatz — Elevator Pitch</dc:title>
  <dc:subject>PptxGenJS Presentation</dc:subject>
  <dc:creator>Fabian Aschwanden</dc:creator>
  <cp:lastModifiedBy>Fabian Aschwanden</cp:lastModifiedBy>
  <cp:revision>1</cp:revision>
  <dcterms:created xsi:type="dcterms:W3CDTF">2026-05-05T17:42:16Z</dcterms:created>
  <dcterms:modified xsi:type="dcterms:W3CDTF">2026-05-05T17:42:16Z</dcterms:modified>
</cp:coreProperties>
</file>